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91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54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452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4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875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63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06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71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937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67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944D5-2E20-4D2D-80A3-00FCE3F2A42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5FCD-C41E-4EF2-8AAE-41E02B4143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47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8" t="19501" b="8669"/>
          <a:stretch/>
        </p:blipFill>
        <p:spPr>
          <a:xfrm>
            <a:off x="5632828" y="4834511"/>
            <a:ext cx="1857923" cy="1754372"/>
          </a:xfrm>
          <a:prstGeom prst="rect">
            <a:avLst/>
          </a:prstGeom>
        </p:spPr>
      </p:pic>
      <p:grpSp>
        <p:nvGrpSpPr>
          <p:cNvPr id="27" name="操作方法"/>
          <p:cNvGrpSpPr/>
          <p:nvPr/>
        </p:nvGrpSpPr>
        <p:grpSpPr>
          <a:xfrm>
            <a:off x="7641772" y="4575229"/>
            <a:ext cx="4550228" cy="2272937"/>
            <a:chOff x="7641771" y="1293223"/>
            <a:chExt cx="4550228" cy="2272937"/>
          </a:xfrm>
        </p:grpSpPr>
        <p:sp>
          <p:nvSpPr>
            <p:cNvPr id="17" name="テキスト ボックス 16"/>
            <p:cNvSpPr txBox="1"/>
            <p:nvPr/>
          </p:nvSpPr>
          <p:spPr>
            <a:xfrm>
              <a:off x="7798526" y="1499819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 u="sng" dirty="0" smtClean="0"/>
                <a:t>操作方法</a:t>
              </a:r>
              <a:endParaRPr kumimoji="1" lang="ja-JP" altLang="en-US" sz="2800" u="sng" dirty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8006235" y="2100505"/>
              <a:ext cx="40318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 smtClean="0"/>
                <a:t>左</a:t>
              </a:r>
              <a:r>
                <a:rPr kumimoji="1" lang="ja-JP" altLang="en-US" sz="2000" dirty="0" smtClean="0"/>
                <a:t>クリック長押し：</a:t>
              </a:r>
              <a:r>
                <a:rPr kumimoji="1" lang="ja-JP" altLang="en-US" sz="2000" dirty="0" smtClean="0"/>
                <a:t>ご飯</a:t>
              </a:r>
              <a:r>
                <a:rPr kumimoji="1" lang="ja-JP" altLang="en-US" sz="2000" dirty="0" smtClean="0"/>
                <a:t>を落とす</a:t>
              </a:r>
              <a:endParaRPr kumimoji="1" lang="ja-JP" altLang="en-US" sz="2000" dirty="0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8006236" y="2906767"/>
              <a:ext cx="37753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 smtClean="0"/>
                <a:t>右</a:t>
              </a:r>
              <a:r>
                <a:rPr kumimoji="1" lang="ja-JP" altLang="en-US" sz="2000" dirty="0" smtClean="0"/>
                <a:t>クリック　　　：</a:t>
              </a:r>
              <a:r>
                <a:rPr kumimoji="1" lang="ja-JP" altLang="en-US" sz="2000" dirty="0" smtClean="0"/>
                <a:t>ご飯を</a:t>
              </a:r>
              <a:r>
                <a:rPr kumimoji="1" lang="ja-JP" altLang="en-US" sz="2000" dirty="0" smtClean="0"/>
                <a:t>補充</a:t>
              </a:r>
              <a:endParaRPr kumimoji="1" lang="ja-JP" altLang="en-US" sz="2000" dirty="0"/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7641771" y="1293223"/>
              <a:ext cx="4550228" cy="2272937"/>
            </a:xfrm>
            <a:prstGeom prst="rect">
              <a:avLst/>
            </a:prstGeom>
            <a:noFill/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8006236" y="2503636"/>
              <a:ext cx="40318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 smtClean="0"/>
                <a:t>左</a:t>
              </a:r>
              <a:r>
                <a:rPr kumimoji="1" lang="ja-JP" altLang="en-US" sz="2000" dirty="0" smtClean="0"/>
                <a:t>クリック離す　：ご飯</a:t>
              </a:r>
              <a:r>
                <a:rPr lang="ja-JP" altLang="en-US" sz="2000" dirty="0"/>
                <a:t>を</a:t>
              </a:r>
              <a:r>
                <a:rPr lang="ja-JP" altLang="en-US" sz="2000" dirty="0" smtClean="0"/>
                <a:t>止める</a:t>
              </a:r>
              <a:endParaRPr kumimoji="1" lang="ja-JP" altLang="en-US" sz="2000" dirty="0"/>
            </a:p>
          </p:txBody>
        </p:sp>
      </p:grpSp>
      <p:sp>
        <p:nvSpPr>
          <p:cNvPr id="4" name="正方形/長方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6" name="自己紹介"/>
          <p:cNvGrpSpPr/>
          <p:nvPr/>
        </p:nvGrpSpPr>
        <p:grpSpPr>
          <a:xfrm>
            <a:off x="8621486" y="0"/>
            <a:ext cx="3570514" cy="1293223"/>
            <a:chOff x="8621486" y="0"/>
            <a:chExt cx="3570514" cy="1293223"/>
          </a:xfrm>
        </p:grpSpPr>
        <p:sp>
          <p:nvSpPr>
            <p:cNvPr id="8" name="正方形/長方形 7"/>
            <p:cNvSpPr/>
            <p:nvPr/>
          </p:nvSpPr>
          <p:spPr>
            <a:xfrm>
              <a:off x="8621486" y="0"/>
              <a:ext cx="3570514" cy="1293223"/>
            </a:xfrm>
            <a:prstGeom prst="rect">
              <a:avLst/>
            </a:prstGeom>
            <a:noFill/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学科・氏名"/>
            <p:cNvSpPr txBox="1"/>
            <p:nvPr/>
          </p:nvSpPr>
          <p:spPr>
            <a:xfrm>
              <a:off x="9041674" y="292668"/>
              <a:ext cx="27301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" dirty="0" smtClean="0">
                  <a:solidFill>
                    <a:sysClr val="windowText" lastClr="000000"/>
                  </a:solidFill>
                </a:rPr>
                <a:t>クリエイタ学科</a:t>
              </a:r>
              <a:r>
                <a:rPr lang="ja-JP" altLang="en-US" sz="2000" dirty="0" smtClean="0">
                  <a:solidFill>
                    <a:sysClr val="windowText" lastClr="000000"/>
                  </a:solidFill>
                </a:rPr>
                <a:t>２</a:t>
              </a:r>
              <a:r>
                <a:rPr kumimoji="1" lang="ja-JP" altLang="en-US" sz="2000" dirty="0" smtClean="0">
                  <a:solidFill>
                    <a:sysClr val="windowText" lastClr="000000"/>
                  </a:solidFill>
                </a:rPr>
                <a:t>年</a:t>
              </a:r>
              <a:endParaRPr kumimoji="1" lang="en-US" altLang="ja-JP" sz="2000" dirty="0" smtClean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2000" dirty="0" smtClean="0">
                  <a:solidFill>
                    <a:sysClr val="windowText" lastClr="000000"/>
                  </a:solidFill>
                </a:rPr>
                <a:t>宍戸　柚</a:t>
              </a:r>
              <a:endParaRPr kumimoji="1" lang="ja-JP" altLang="en-US" sz="20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5" name="タイトル"/>
          <p:cNvGrpSpPr/>
          <p:nvPr/>
        </p:nvGrpSpPr>
        <p:grpSpPr>
          <a:xfrm>
            <a:off x="0" y="0"/>
            <a:ext cx="8621485" cy="1293223"/>
            <a:chOff x="0" y="0"/>
            <a:chExt cx="8621485" cy="1293223"/>
          </a:xfrm>
        </p:grpSpPr>
        <p:sp>
          <p:nvSpPr>
            <p:cNvPr id="6" name="正方形/長方形 5"/>
            <p:cNvSpPr/>
            <p:nvPr/>
          </p:nvSpPr>
          <p:spPr>
            <a:xfrm>
              <a:off x="0" y="0"/>
              <a:ext cx="8621485" cy="1293223"/>
            </a:xfrm>
            <a:prstGeom prst="rect">
              <a:avLst/>
            </a:prstGeom>
            <a:noFill/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1" name="図 2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40" t="8785" r="19122" b="9626"/>
            <a:stretch/>
          </p:blipFill>
          <p:spPr>
            <a:xfrm rot="1399160">
              <a:off x="446575" y="205200"/>
              <a:ext cx="748659" cy="979863"/>
            </a:xfrm>
            <a:prstGeom prst="rect">
              <a:avLst/>
            </a:prstGeom>
          </p:spPr>
        </p:pic>
        <p:pic>
          <p:nvPicPr>
            <p:cNvPr id="22" name="図 2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5" t="34618" r="25117" b="4874"/>
            <a:stretch/>
          </p:blipFill>
          <p:spPr>
            <a:xfrm flipH="1">
              <a:off x="6022931" y="467833"/>
              <a:ext cx="889248" cy="814951"/>
            </a:xfrm>
            <a:prstGeom prst="rect">
              <a:avLst/>
            </a:prstGeom>
          </p:spPr>
        </p:pic>
        <p:pic>
          <p:nvPicPr>
            <p:cNvPr id="23" name="図 2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569" r="24050" b="4205"/>
            <a:stretch/>
          </p:blipFill>
          <p:spPr>
            <a:xfrm>
              <a:off x="7230041" y="391630"/>
              <a:ext cx="901587" cy="891154"/>
            </a:xfrm>
            <a:prstGeom prst="rect">
              <a:avLst/>
            </a:prstGeom>
          </p:spPr>
        </p:pic>
        <p:sp>
          <p:nvSpPr>
            <p:cNvPr id="12" name="テキスト ボックス 11"/>
            <p:cNvSpPr txBox="1"/>
            <p:nvPr/>
          </p:nvSpPr>
          <p:spPr>
            <a:xfrm>
              <a:off x="1455286" y="296438"/>
              <a:ext cx="4408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4400" dirty="0" smtClean="0"/>
                <a:t>きょうもごはん。</a:t>
              </a:r>
              <a:endParaRPr kumimoji="1" lang="ja-JP" altLang="en-US" sz="4400" dirty="0"/>
            </a:p>
          </p:txBody>
        </p:sp>
      </p:grpSp>
      <p:grpSp>
        <p:nvGrpSpPr>
          <p:cNvPr id="3" name="キャッチコピー"/>
          <p:cNvGrpSpPr/>
          <p:nvPr/>
        </p:nvGrpSpPr>
        <p:grpSpPr>
          <a:xfrm>
            <a:off x="406946" y="1606100"/>
            <a:ext cx="7083805" cy="1107290"/>
            <a:chOff x="476795" y="1645566"/>
            <a:chExt cx="7083805" cy="1107290"/>
          </a:xfrm>
        </p:grpSpPr>
        <p:sp>
          <p:nvSpPr>
            <p:cNvPr id="14" name="テキスト ボックス 13"/>
            <p:cNvSpPr txBox="1"/>
            <p:nvPr/>
          </p:nvSpPr>
          <p:spPr>
            <a:xfrm>
              <a:off x="3272247" y="2168081"/>
              <a:ext cx="42883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3200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カジュアルミニゲーム</a:t>
              </a:r>
              <a:endParaRPr kumimoji="1" lang="ja-JP" altLang="en-US" sz="320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76795" y="1645566"/>
              <a:ext cx="469872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3200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ねこに</a:t>
              </a:r>
              <a:r>
                <a:rPr kumimoji="1" lang="ja-JP" altLang="en-US" sz="3200" b="1" u="sng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ご飯をあげる</a:t>
              </a:r>
              <a:r>
                <a:rPr kumimoji="1" lang="ja-JP" altLang="en-US" sz="3200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だけ</a:t>
              </a:r>
              <a:endParaRPr kumimoji="1" lang="ja-JP" altLang="en-US" sz="320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8" name="テキスト ボックス 27"/>
          <p:cNvSpPr txBox="1"/>
          <p:nvPr/>
        </p:nvSpPr>
        <p:spPr>
          <a:xfrm>
            <a:off x="283210" y="2915232"/>
            <a:ext cx="61350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でも、ご飯をあげるチャンスは</a:t>
            </a:r>
            <a:r>
              <a:rPr kumimoji="1" lang="ja-JP" altLang="en-US" sz="3200" b="1" u="sng" dirty="0" smtClean="0">
                <a:solidFill>
                  <a:srgbClr val="FF0000"/>
                </a:solidFill>
              </a:rPr>
              <a:t>一度きり</a:t>
            </a:r>
            <a:endParaRPr kumimoji="1" lang="en-US" altLang="ja-JP" sz="3200" b="1" u="sng" dirty="0" smtClean="0">
              <a:solidFill>
                <a:srgbClr val="FF0000"/>
              </a:solidFill>
            </a:endParaRPr>
          </a:p>
          <a:p>
            <a:r>
              <a:rPr lang="ja-JP" altLang="en-US" sz="2400" dirty="0" smtClean="0"/>
              <a:t>「もうちょっとだけ</a:t>
            </a:r>
            <a:r>
              <a:rPr lang="en-US" altLang="ja-JP" sz="2400" dirty="0" smtClean="0"/>
              <a:t>…</a:t>
            </a:r>
            <a:r>
              <a:rPr lang="ja-JP" altLang="en-US" sz="2400" dirty="0" smtClean="0"/>
              <a:t>」なんか通じない！</a:t>
            </a:r>
            <a:endParaRPr kumimoji="1" lang="ja-JP" altLang="en-US" sz="2400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283210" y="4009626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ご飯をあげ終わるタイミングを</a:t>
            </a:r>
            <a:r>
              <a:rPr lang="ja-JP" altLang="en-US" sz="2400" b="1" u="sng" dirty="0"/>
              <a:t>よく</a:t>
            </a:r>
            <a:r>
              <a:rPr lang="ja-JP" altLang="en-US" sz="2400" b="1" u="sng" dirty="0" smtClean="0"/>
              <a:t>見極めて</a:t>
            </a:r>
            <a:endParaRPr lang="en-US" altLang="ja-JP" sz="2400" u="sng" dirty="0"/>
          </a:p>
          <a:p>
            <a:r>
              <a:rPr lang="ja-JP" altLang="en-US" sz="2400" dirty="0" smtClean="0"/>
              <a:t>ねこたちに</a:t>
            </a:r>
            <a:r>
              <a:rPr lang="ja-JP" altLang="en-US" sz="2400" dirty="0"/>
              <a:t>「</a:t>
            </a:r>
            <a:r>
              <a:rPr lang="ja-JP" altLang="en-US" sz="2400" b="1" u="sng" dirty="0"/>
              <a:t>ちょうど</a:t>
            </a:r>
            <a:r>
              <a:rPr lang="ja-JP" altLang="en-US" sz="2400" b="1" u="sng" dirty="0" smtClean="0"/>
              <a:t>いい量</a:t>
            </a:r>
            <a:r>
              <a:rPr lang="ja-JP" altLang="en-US" sz="2400" dirty="0" smtClean="0"/>
              <a:t>」のご飯を与えよう！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218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68</Words>
  <Application>Microsoft Office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GA2A</dc:creator>
  <cp:lastModifiedBy>GA2A</cp:lastModifiedBy>
  <cp:revision>25</cp:revision>
  <dcterms:created xsi:type="dcterms:W3CDTF">2026-01-08T05:30:21Z</dcterms:created>
  <dcterms:modified xsi:type="dcterms:W3CDTF">2026-01-20T07:30:13Z</dcterms:modified>
</cp:coreProperties>
</file>